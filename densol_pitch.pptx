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960120"/>
            <a:ext cx="8979408" cy="36576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densol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Compression for Solana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33375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54× compression.  Data stays on-chain.  Zero off-chain infrastructure.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Hack Warsaw  ·  March 22,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417320" cy="292608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rent is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to account size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stored on-chain locks SOL as rent — forever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Data-heavy programs pay enormous, compounding costs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OpenBook orderbook pre-allocates 90,952 bytes per side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that data is zeros — sparse critbit tree slots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760720" y="594360"/>
            <a:ext cx="3063240" cy="3977640"/>
          </a:xfrm>
          <a:prstGeom prst="rect">
            <a:avLst/>
          </a:prstGeom>
          <a:solidFill>
            <a:srgbClr val="141E35"/>
          </a:solidFill>
          <a:ln w="25400">
            <a:solidFill>
              <a:srgbClr val="994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9144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576072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852160" y="29992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per OpenBook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orderbook side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~54× compressible*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627"/>
          </a:solidFill>
          <a:ln w="12700">
            <a:solidFill>
              <a:srgbClr val="0F16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4892040"/>
            <a:ext cx="8961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Compression ratio measured on mainnet data. Direct integration requires protocol-level adoption (see slide 5).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188720" cy="292608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on-chain.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infrastructure. No Merkle trees.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3977640" cy="2834640"/>
          </a:xfrm>
          <a:prstGeom prst="rect">
            <a:avLst/>
          </a:prstGeom>
          <a:solidFill>
            <a:srgbClr val="0F1627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745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COMPRESSION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~292,000 CU per tx fixed overhead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off-chain (ledger/indexer)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Helius Photon indexer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NFTs / millions of tiny accounts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3977640" cy="2834640"/>
          </a:xfrm>
          <a:prstGeom prst="rect">
            <a:avLst/>
          </a:prstGeom>
          <a:solidFill>
            <a:srgbClr val="130D2A"/>
          </a:solidFill>
          <a:ln w="25400">
            <a:solidFill>
              <a:srgbClr val="994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874520"/>
            <a:ext cx="3977640" cy="54864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92938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42316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~10,000–15,000 CU per write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fully on-chain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off-chain infrastructure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for any Anchor/Borsh program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463040" cy="292608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densol — LZ4 that fits the SBF VM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4206240" cy="1389888"/>
          </a:xfrm>
          <a:prstGeom prst="rect">
            <a:avLst/>
          </a:prstGeom>
          <a:solidFill>
            <a:srgbClr val="0F1627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72768"/>
            <a:ext cx="64008" cy="1389888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824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 no_std Rust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libc dependencies — compiles for SBF, no patches needed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3145536"/>
            <a:ext cx="4206240" cy="1389888"/>
          </a:xfrm>
          <a:prstGeom prst="rect">
            <a:avLst/>
          </a:prstGeom>
          <a:solidFill>
            <a:srgbClr val="0F1627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3145536"/>
            <a:ext cx="64008" cy="1389888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55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KB stack hash 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stays free; peak usage ~2× input, not 100×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46320" y="1572768"/>
            <a:ext cx="4206240" cy="1389888"/>
          </a:xfrm>
          <a:prstGeom prst="rect">
            <a:avLst/>
          </a:prstGeom>
          <a:solidFill>
            <a:srgbClr val="0F1627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72768"/>
            <a:ext cx="64008" cy="1389888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6824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ChunkedLz4&lt;4096&gt;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0848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chunks — decompress one at a time, no heap ceiling on account size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46320" y="3145536"/>
            <a:ext cx="4206240" cy="1389888"/>
          </a:xfrm>
          <a:prstGeom prst="rect">
            <a:avLst/>
          </a:prstGeom>
          <a:solidFill>
            <a:srgbClr val="0F1627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145536"/>
            <a:ext cx="64008" cy="1389888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55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#[compress] attribute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6576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attribute on any Vec&lt;u8&gt; field in an Anchor/Borsh account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1480" y="47365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crates.io  ·  MIT licensed  ·  Open source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92608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mainnet accounts  ·  March 21, 2026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223760" y="502920"/>
            <a:ext cx="1600200" cy="1188720"/>
          </a:xfrm>
          <a:prstGeom prst="rect">
            <a:avLst/>
          </a:prstGeom>
          <a:solidFill>
            <a:srgbClr val="130D2A"/>
          </a:solidFill>
          <a:ln w="25400">
            <a:solidFill>
              <a:srgbClr val="994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56692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53×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223760" y="11704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OpenBook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8321040" cy="3154680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  <a:gridCol w="1386840"/>
                <a:gridCol w="1386840"/>
                <a:gridCol w="1386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F195"/>
                          </a:solidFill>
                        </a:rPr>
                        <a:t>Account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F195"/>
                          </a:solidFill>
                        </a:rPr>
                        <a:t>Raw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F195"/>
                          </a:solidFill>
                        </a:rPr>
                        <a:t>Compressed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F195"/>
                          </a:solidFill>
                        </a:rPr>
                        <a:t>Ratio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F195"/>
                          </a:solidFill>
                        </a:rPr>
                        <a:t>Rent Saved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F195"/>
                          </a:solidFill>
                        </a:rPr>
                        <a:t>Integration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0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B8CAA"/>
                          </a:solidFill>
                        </a:rPr>
                        <a:t>OpenBook Bids 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B8CAA"/>
                          </a:solidFill>
                        </a:rPr>
                        <a:t>90,952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F195"/>
                          </a:solidFill>
                        </a:rPr>
                        <a:t>1,693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45FF"/>
                          </a:solidFill>
                        </a:rPr>
                        <a:t>53.72×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F195"/>
                          </a:solidFill>
                        </a:rPr>
                        <a:t>~0.621 SOL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7B8CAA"/>
                          </a:solidFill>
                        </a:rPr>
                        <a:t>future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B8CAA"/>
                          </a:solidFill>
                        </a:rPr>
                        <a:t>OpenBook Asks 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B8CAA"/>
                          </a:solidFill>
                        </a:rPr>
                        <a:t>90,952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F195"/>
                          </a:solidFill>
                        </a:rPr>
                        <a:t>1,672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45FF"/>
                          </a:solidFill>
                        </a:rPr>
                        <a:t>54.40×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F195"/>
                          </a:solidFill>
                        </a:rPr>
                        <a:t>~0.621 SOL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7B8CAA"/>
                          </a:solidFill>
                        </a:rPr>
                        <a:t>future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Drift User (inactive)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B8CAA"/>
                          </a:solidFill>
                        </a:rPr>
                        <a:t>4,376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F195"/>
                          </a:solidFill>
                        </a:rPr>
                        <a:t>265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45FF"/>
                          </a:solidFill>
                        </a:rPr>
                        <a:t>16.51×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F195"/>
                          </a:solidFill>
                        </a:rPr>
                        <a:t>~0.029 SOL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F195"/>
                          </a:solidFill>
                        </a:rPr>
                        <a:t>ready 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Drift User (semi-active)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B8CAA"/>
                          </a:solidFill>
                        </a:rPr>
                        <a:t>4,376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F195"/>
                          </a:solidFill>
                        </a:rPr>
                        <a:t>811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45FF"/>
                          </a:solidFill>
                        </a:rPr>
                        <a:t>5.40×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F195"/>
                          </a:solidFill>
                        </a:rPr>
                        <a:t>~0.025 SOL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F195"/>
                          </a:solidFill>
                        </a:rPr>
                        <a:t>ready 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1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Drift User (active)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B8CAA"/>
                          </a:solidFill>
                        </a:rPr>
                        <a:t>4,376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F195"/>
                          </a:solidFill>
                        </a:rPr>
                        <a:t>1,671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A040"/>
                          </a:solidFill>
                        </a:rPr>
                        <a:t>2.62×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A040"/>
                          </a:solidFill>
                        </a:rPr>
                        <a:t>~0.019 SOL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F195"/>
                          </a:solidFill>
                        </a:rPr>
                        <a:t>ready 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44348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OpenBook uses zero-copy layout (bytemuck::Pod) — compression requires protocol-level adoption (future).  Drift (Borsh) is ready today.  Rent saving is permanent; CU overhead is per-tx — a clear win for any account that lives longer than a few weeks.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554480" cy="292608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Solana program with Borsh accounts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structured data is a candidate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737360"/>
            <a:ext cx="4572000" cy="2606040"/>
          </a:xfrm>
          <a:prstGeom prst="rect">
            <a:avLst/>
          </a:prstGeom>
          <a:solidFill>
            <a:srgbClr val="0F1627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013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rent recoverable (top protocols)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~820K accts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22128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~180K candidates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22128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~5,220 SOL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Marginfi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606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~450K accts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606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~95K candidates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606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~2,750 SOL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9992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29992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~310K accts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9992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~67K candidates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~1,940 SOL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924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3924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33924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protocols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3924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785616"/>
            <a:ext cx="4572000" cy="347472"/>
          </a:xfrm>
          <a:prstGeom prst="rect">
            <a:avLst/>
          </a:prstGeom>
          <a:solidFill>
            <a:srgbClr val="1C1040"/>
          </a:solidFill>
          <a:ln w="6350">
            <a:solidFill>
              <a:srgbClr val="14F1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856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91640" y="3785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88920" y="37856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7856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~18,400 SOL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49240" y="1737360"/>
            <a:ext cx="3383280" cy="1216152"/>
          </a:xfrm>
          <a:prstGeom prst="rect">
            <a:avLst/>
          </a:prstGeom>
          <a:solidFill>
            <a:srgbClr val="0F1627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49240" y="1737360"/>
            <a:ext cx="3383280" cy="54864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13832" y="216712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First LZ4 that runs inside SBF VM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13832" y="241401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No_std + 32 KB heap constraint is hard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513832" y="26609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Mainnet benchmarks on real accounts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349240" y="3108960"/>
            <a:ext cx="3383280" cy="1216152"/>
          </a:xfrm>
          <a:prstGeom prst="rect">
            <a:avLst/>
          </a:prstGeom>
          <a:solidFill>
            <a:srgbClr val="0F1627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49240" y="3108960"/>
            <a:ext cx="3383280" cy="54864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13832" y="353872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Open-source library → developer adoption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13832" y="378561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Protocol integrations &amp; consulting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513832" y="40325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Longer term: automated rent-recapture SaaS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1480" y="4434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Candidates: &gt;50% zero bytes AND &gt;30 days inactive AND rent saving &gt;10× crank cost.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960120"/>
            <a:ext cx="8979408" cy="36576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78992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densol is live.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today.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11480" y="2971800"/>
            <a:ext cx="3977640" cy="960120"/>
          </a:xfrm>
          <a:prstGeom prst="rect">
            <a:avLst/>
          </a:prstGeom>
          <a:solidFill>
            <a:srgbClr val="0F1627"/>
          </a:solidFill>
          <a:ln w="19050">
            <a:solidFill>
              <a:srgbClr val="994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crates.io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3649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add densol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971800"/>
            <a:ext cx="3977640" cy="960120"/>
          </a:xfrm>
          <a:prstGeom prst="rect">
            <a:avLst/>
          </a:prstGeom>
          <a:solidFill>
            <a:srgbClr val="0F1627"/>
          </a:solidFill>
          <a:ln w="19050">
            <a:solidFill>
              <a:srgbClr val="14F19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Benchmarks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33649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8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ZygmuntJakub/densol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411480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your Solana program stores more than 4 KB of data,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7B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leaving SOL on the table."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densol  ·  Blockchain Hack Warsaw  ·  March 22,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densol — On-Chain Compression for Solana</dc:title>
  <dc:subject>PptxGenJS Presentation</dc:subject>
  <dc:creator>PptxGenJS</dc:creator>
  <cp:lastModifiedBy>PptxGenJS</cp:lastModifiedBy>
  <cp:revision>1</cp:revision>
  <dcterms:created xsi:type="dcterms:W3CDTF">2026-03-22T08:12:15Z</dcterms:created>
  <dcterms:modified xsi:type="dcterms:W3CDTF">2026-03-22T08:12:15Z</dcterms:modified>
</cp:coreProperties>
</file>